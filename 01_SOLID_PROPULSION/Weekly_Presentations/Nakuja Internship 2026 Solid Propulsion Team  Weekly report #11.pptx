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h0jbyKbohU3lqJeBjyGgWl+Td5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7035e86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f7035e86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7035e86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7035e8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403819ed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f403819e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035e86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7035e86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7035e864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7035e864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40c59a90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40c59a90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3e9c9aa3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f3e9c9aa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gJjLQfeVqLYNA_XO1k-WjquCYTZKAmQ9/view" TargetMode="External"/><Relationship Id="rId5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orgs/nakujaproject/projects/26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66308" y="15454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Nakuja Internship 2026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Solid Propulsion Team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 Weekly report #11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66300" y="3412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Presented by: Ben Wetu 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3504900" y="4309225"/>
            <a:ext cx="2134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August 2</a:t>
            </a:r>
            <a:r>
              <a:rPr lang="en" sz="1800">
                <a:solidFill>
                  <a:schemeClr val="dk2"/>
                </a:solidFill>
              </a:rPr>
              <a:t>8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7035e86f4_0_0"/>
          <p:cNvSpPr txBox="1"/>
          <p:nvPr>
            <p:ph type="title"/>
          </p:nvPr>
        </p:nvSpPr>
        <p:spPr>
          <a:xfrm>
            <a:off x="49600" y="62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This week's tasks</a:t>
            </a:r>
            <a:endParaRPr/>
          </a:p>
        </p:txBody>
      </p:sp>
      <p:sp>
        <p:nvSpPr>
          <p:cNvPr id="62" name="Google Shape;62;g3f7035e86f4_0_0"/>
          <p:cNvSpPr txBox="1"/>
          <p:nvPr>
            <p:ph idx="1" type="body"/>
          </p:nvPr>
        </p:nvSpPr>
        <p:spPr>
          <a:xfrm>
            <a:off x="49600" y="635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Cooking of grains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Liner preparation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Nozzle and bulkhead fabrication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5 grain static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7035e86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7035e8640_0_0"/>
          <p:cNvSpPr txBox="1"/>
          <p:nvPr>
            <p:ph type="title"/>
          </p:nvPr>
        </p:nvSpPr>
        <p:spPr>
          <a:xfrm>
            <a:off x="60525" y="84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Cooking of grains for 5 &amp; 4 grain test</a:t>
            </a:r>
            <a:endParaRPr/>
          </a:p>
        </p:txBody>
      </p:sp>
      <p:sp>
        <p:nvSpPr>
          <p:cNvPr id="69" name="Google Shape;69;g3f7035e8640_0_0"/>
          <p:cNvSpPr txBox="1"/>
          <p:nvPr>
            <p:ph idx="1" type="body"/>
          </p:nvPr>
        </p:nvSpPr>
        <p:spPr>
          <a:xfrm>
            <a:off x="126050" y="737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Purpose: </a:t>
            </a:r>
            <a:r>
              <a:rPr lang="en"/>
              <a:t>These grains will be used during the 5 grain static test was held on Wednesday 26/08/2026 and 4 grain on Friday 4/09/2026.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Result: </a:t>
            </a:r>
            <a:r>
              <a:rPr lang="en"/>
              <a:t>6</a:t>
            </a:r>
            <a:r>
              <a:rPr lang="en"/>
              <a:t> out of 9 grains have been prepared</a:t>
            </a:r>
            <a:endParaRPr/>
          </a:p>
        </p:txBody>
      </p:sp>
      <p:pic>
        <p:nvPicPr>
          <p:cNvPr id="70" name="Google Shape;70;g3f7035e864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401" y="2166925"/>
            <a:ext cx="3667002" cy="27473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f7035e8640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  <p:pic>
        <p:nvPicPr>
          <p:cNvPr id="72" name="Google Shape;72;g3f7035e864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172776" y="1716602"/>
            <a:ext cx="2702001" cy="3602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403819ed9_0_6"/>
          <p:cNvSpPr txBox="1"/>
          <p:nvPr>
            <p:ph type="title"/>
          </p:nvPr>
        </p:nvSpPr>
        <p:spPr>
          <a:xfrm>
            <a:off x="0" y="77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2. Liner preparation</a:t>
            </a:r>
            <a:endParaRPr/>
          </a:p>
        </p:txBody>
      </p:sp>
      <p:sp>
        <p:nvSpPr>
          <p:cNvPr id="78" name="Google Shape;78;g3f403819ed9_0_6"/>
          <p:cNvSpPr txBox="1"/>
          <p:nvPr>
            <p:ph idx="1" type="body"/>
          </p:nvPr>
        </p:nvSpPr>
        <p:spPr>
          <a:xfrm>
            <a:off x="66775" y="650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Purpose: In preparation of the static tests campaign, we have fabricated 2 liners and both can fit the Aluminium and Stainless Steel dimensions.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Result: 6 out of 7 liners have been fabricated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9" name="Google Shape;79;g3f403819ed9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1325" y="2065650"/>
            <a:ext cx="3871500" cy="2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f403819ed9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035e8640_0_5"/>
          <p:cNvSpPr txBox="1"/>
          <p:nvPr>
            <p:ph type="title"/>
          </p:nvPr>
        </p:nvSpPr>
        <p:spPr>
          <a:xfrm>
            <a:off x="83750" y="11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3. Machining of nozzle and bulkhead</a:t>
            </a:r>
            <a:endParaRPr/>
          </a:p>
        </p:txBody>
      </p:sp>
      <p:sp>
        <p:nvSpPr>
          <p:cNvPr id="86" name="Google Shape;86;g3f7035e8640_0_5"/>
          <p:cNvSpPr txBox="1"/>
          <p:nvPr>
            <p:ph idx="1" type="body"/>
          </p:nvPr>
        </p:nvSpPr>
        <p:spPr>
          <a:xfrm>
            <a:off x="133325" y="7659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Purpose: </a:t>
            </a:r>
            <a:r>
              <a:rPr lang="en"/>
              <a:t>In preparation of the 4 grain static test, nozzle and bulkhead machining has began.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Result: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7" name="Google Shape;87;g3f7035e8640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  <p:pic>
        <p:nvPicPr>
          <p:cNvPr id="88" name="Google Shape;88;g3f7035e8640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100" y="1740550"/>
            <a:ext cx="4218968" cy="316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7035e8640_0_10"/>
          <p:cNvSpPr txBox="1"/>
          <p:nvPr>
            <p:ph type="title"/>
          </p:nvPr>
        </p:nvSpPr>
        <p:spPr>
          <a:xfrm>
            <a:off x="540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 5 grain static test</a:t>
            </a:r>
            <a:endParaRPr/>
          </a:p>
        </p:txBody>
      </p:sp>
      <p:sp>
        <p:nvSpPr>
          <p:cNvPr id="94" name="Google Shape;94;g3f7035e8640_0_10"/>
          <p:cNvSpPr txBox="1"/>
          <p:nvPr>
            <p:ph idx="1" type="body"/>
          </p:nvPr>
        </p:nvSpPr>
        <p:spPr>
          <a:xfrm>
            <a:off x="54025" y="480250"/>
            <a:ext cx="8520600" cy="4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Purpose: </a:t>
            </a:r>
            <a:r>
              <a:rPr lang="en"/>
              <a:t>This test was done in preparation for launch of the N4 rocket. 1.4g of Sodium Bicarbonate was added to each grain in an attempt to suppress the burn rate.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Result: </a:t>
            </a:r>
            <a:r>
              <a:rPr lang="en"/>
              <a:t>The static test experienced CATO (Catastrophe At Take Off) as there was a rapid increase in pressure which caused the Solid Rocket Motor to explode.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  <p:sp>
        <p:nvSpPr>
          <p:cNvPr id="95" name="Google Shape;95;g3f7035e8640_0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  <p:pic>
        <p:nvPicPr>
          <p:cNvPr id="96" name="Google Shape;96;g3f7035e8640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25" y="2290962"/>
            <a:ext cx="4103179" cy="246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f7035e8640_0_10" title="Static test #11 5 grain test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7574" y="2094477"/>
            <a:ext cx="1665896" cy="29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40c59a90e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Probable causes + solutions</a:t>
            </a:r>
            <a:endParaRPr/>
          </a:p>
        </p:txBody>
      </p:sp>
      <p:sp>
        <p:nvSpPr>
          <p:cNvPr id="103" name="Google Shape;103;g3f40c59a90e_0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Back burn -this was caused by movement of heat outside the thermal liner. This was because the liner had space between the casing.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-use two liners for extra insulation. One </a:t>
            </a:r>
            <a:r>
              <a:rPr lang="en"/>
              <a:t>continuous</a:t>
            </a:r>
            <a:r>
              <a:rPr lang="en"/>
              <a:t> across the casing, another for individual grains.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Weak Aluminium alloy used -the Al 6063-T5 alloy used had a safety factor of 1.5 which decreases with increase in temperature.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changes: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14g of Sodium Bicarbonate to the 5 grain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2.8g of Sodium Bicarbonate to 4 grain test</a:t>
            </a:r>
            <a:endParaRPr/>
          </a:p>
        </p:txBody>
      </p:sp>
      <p:sp>
        <p:nvSpPr>
          <p:cNvPr id="104" name="Google Shape;104;g3f40c59a90e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400"/>
              <a:t>‹#›</a:t>
            </a:fld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3e9c9aa36_0_11"/>
          <p:cNvSpPr txBox="1"/>
          <p:nvPr>
            <p:ph type="title"/>
          </p:nvPr>
        </p:nvSpPr>
        <p:spPr>
          <a:xfrm>
            <a:off x="0" y="45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Next week’s tasks</a:t>
            </a:r>
            <a:endParaRPr/>
          </a:p>
        </p:txBody>
      </p:sp>
      <p:sp>
        <p:nvSpPr>
          <p:cNvPr id="110" name="Google Shape;110;g3f3e9c9aa36_0_11"/>
          <p:cNvSpPr txBox="1"/>
          <p:nvPr>
            <p:ph idx="1" type="body"/>
          </p:nvPr>
        </p:nvSpPr>
        <p:spPr>
          <a:xfrm>
            <a:off x="0" y="618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Motor assembly for 4 grain test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4 grain static test using Stainless Steel dimensions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5 grain static test with added suppressant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Compile report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1" name="Google Shape;111;g3f3e9c9aa36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>
            <p:ph type="title"/>
          </p:nvPr>
        </p:nvSpPr>
        <p:spPr>
          <a:xfrm>
            <a:off x="127225" y="141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Challenges experienced</a:t>
            </a:r>
            <a:endParaRPr/>
          </a:p>
        </p:txBody>
      </p:sp>
      <p:sp>
        <p:nvSpPr>
          <p:cNvPr id="117" name="Google Shape;117;p12"/>
          <p:cNvSpPr txBox="1"/>
          <p:nvPr>
            <p:ph idx="1" type="body"/>
          </p:nvPr>
        </p:nvSpPr>
        <p:spPr>
          <a:xfrm>
            <a:off x="127225" y="769300"/>
            <a:ext cx="8729700" cy="3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None experienced</a:t>
            </a:r>
            <a:endParaRPr/>
          </a:p>
          <a:p>
            <a:pPr indent="-2200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Supervisors’ note: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Visit Solid Propulsion github projects @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https://github.com/orgs/nakujaproject/projects/26</a:t>
            </a:r>
            <a:r>
              <a:rPr b="1" lang="en"/>
              <a:t> to review the tasks done.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 txBox="1"/>
          <p:nvPr>
            <p:ph idx="12" type="sldNum"/>
          </p:nvPr>
        </p:nvSpPr>
        <p:spPr>
          <a:xfrm>
            <a:off x="8472458" y="465236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519856" y="41528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Thank you for your attention!</a:t>
            </a:r>
            <a:endParaRPr/>
          </a:p>
        </p:txBody>
      </p:sp>
      <p:sp>
        <p:nvSpPr>
          <p:cNvPr id="124" name="Google Shape;1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  <p:pic>
        <p:nvPicPr>
          <p:cNvPr id="125" name="Google Shape;12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5150" y="1087839"/>
            <a:ext cx="3810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Collins Ngash</dc:creator>
</cp:coreProperties>
</file>