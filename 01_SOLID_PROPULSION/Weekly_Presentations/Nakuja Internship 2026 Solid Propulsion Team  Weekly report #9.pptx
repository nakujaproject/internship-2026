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7" roundtripDataSignature="AMtx7mjzabvdaPezvYJbvjePH9mKlI19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7035e86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7035e86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7035e864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7035e864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7035e864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7035e864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7035e864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7035e864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64fae6c6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f64fae6c6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7035e86f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7035e86f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7035e86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7035e86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orgs/nakujaproject/projects/26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66308" y="154545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Nakuja Internship 2026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Solid Propulsion Team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 Weekly report #9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66300" y="34129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Presented by: Paschal Peter </a:t>
            </a:r>
            <a:endParaRPr/>
          </a:p>
        </p:txBody>
      </p:sp>
      <p:sp>
        <p:nvSpPr>
          <p:cNvPr id="56" name="Google Shape;56;p1"/>
          <p:cNvSpPr txBox="1"/>
          <p:nvPr/>
        </p:nvSpPr>
        <p:spPr>
          <a:xfrm>
            <a:off x="3504900" y="4309225"/>
            <a:ext cx="2134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August </a:t>
            </a:r>
            <a:r>
              <a:rPr lang="en" sz="1800">
                <a:solidFill>
                  <a:schemeClr val="dk2"/>
                </a:solidFill>
              </a:rPr>
              <a:t>17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2026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title"/>
          </p:nvPr>
        </p:nvSpPr>
        <p:spPr>
          <a:xfrm>
            <a:off x="51425" y="608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Last week’s tasks</a:t>
            </a:r>
            <a:endParaRPr/>
          </a:p>
        </p:txBody>
      </p:sp>
      <p:sp>
        <p:nvSpPr>
          <p:cNvPr id="62" name="Google Shape;62;p2"/>
          <p:cNvSpPr txBox="1"/>
          <p:nvPr>
            <p:ph idx="1" type="body"/>
          </p:nvPr>
        </p:nvSpPr>
        <p:spPr>
          <a:xfrm>
            <a:off x="51425" y="633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Cooking of grains for 3 grain static tests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Machining of core rods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Motor assembly for 3 grain test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Static test dry run (To test new ignition circuit hardware)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Liner preparation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Ignitor preparation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2500"/>
              <a:t>‹#›</a:t>
            </a:fld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7035e8640_0_0"/>
          <p:cNvSpPr txBox="1"/>
          <p:nvPr>
            <p:ph type="title"/>
          </p:nvPr>
        </p:nvSpPr>
        <p:spPr>
          <a:xfrm>
            <a:off x="60525" y="84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Cooking of grains for 3 grain test</a:t>
            </a:r>
            <a:endParaRPr/>
          </a:p>
        </p:txBody>
      </p:sp>
      <p:sp>
        <p:nvSpPr>
          <p:cNvPr id="69" name="Google Shape;69;g3f7035e8640_0_0"/>
          <p:cNvSpPr txBox="1"/>
          <p:nvPr>
            <p:ph idx="1" type="body"/>
          </p:nvPr>
        </p:nvSpPr>
        <p:spPr>
          <a:xfrm>
            <a:off x="126050" y="737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Purpose: </a:t>
            </a:r>
            <a:r>
              <a:rPr lang="en"/>
              <a:t>These grains will be used during the 3 grain static test which will be held on Monday 17/08/2026.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Result: </a:t>
            </a:r>
            <a:r>
              <a:rPr lang="en"/>
              <a:t>3 out of 12 grains have been prepared</a:t>
            </a:r>
            <a:endParaRPr/>
          </a:p>
        </p:txBody>
      </p:sp>
      <p:pic>
        <p:nvPicPr>
          <p:cNvPr id="70" name="Google Shape;70;g3f7035e864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851" y="2188625"/>
            <a:ext cx="3667002" cy="274737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g3f7035e8640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2500"/>
              <a:t>‹#›</a:t>
            </a:fld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7035e8640_0_5"/>
          <p:cNvSpPr txBox="1"/>
          <p:nvPr>
            <p:ph type="title"/>
          </p:nvPr>
        </p:nvSpPr>
        <p:spPr>
          <a:xfrm>
            <a:off x="83750" y="117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Machining of core rods</a:t>
            </a:r>
            <a:endParaRPr/>
          </a:p>
        </p:txBody>
      </p:sp>
      <p:sp>
        <p:nvSpPr>
          <p:cNvPr id="77" name="Google Shape;77;g3f7035e8640_0_5"/>
          <p:cNvSpPr txBox="1"/>
          <p:nvPr>
            <p:ph idx="1" type="body"/>
          </p:nvPr>
        </p:nvSpPr>
        <p:spPr>
          <a:xfrm>
            <a:off x="133325" y="765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Purpose: </a:t>
            </a:r>
            <a:r>
              <a:rPr lang="en"/>
              <a:t>In preparation for mass production, the machining sub-team has been machining 3 new core rods to help increase number of grains cooked per day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Result: </a:t>
            </a:r>
            <a:r>
              <a:rPr lang="en"/>
              <a:t>The Aluminium 7075 core rods were turned to a diameter of 38 mm from 50 mm, the remaining operation is threading and once done be Monday 17/08/2026, the propellant sub-team can now easily mass-produce the propellant grains.</a:t>
            </a:r>
            <a:endParaRPr/>
          </a:p>
        </p:txBody>
      </p:sp>
      <p:sp>
        <p:nvSpPr>
          <p:cNvPr id="78" name="Google Shape;78;g3f7035e8640_0_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2500"/>
              <a:t>‹#›</a:t>
            </a:fld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7035e8640_0_10"/>
          <p:cNvSpPr txBox="1"/>
          <p:nvPr>
            <p:ph type="title"/>
          </p:nvPr>
        </p:nvSpPr>
        <p:spPr>
          <a:xfrm>
            <a:off x="54025" y="48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Motor assembly for 3 grain test</a:t>
            </a:r>
            <a:endParaRPr/>
          </a:p>
        </p:txBody>
      </p:sp>
      <p:sp>
        <p:nvSpPr>
          <p:cNvPr id="84" name="Google Shape;84;g3f7035e8640_0_10"/>
          <p:cNvSpPr txBox="1"/>
          <p:nvPr>
            <p:ph idx="1" type="body"/>
          </p:nvPr>
        </p:nvSpPr>
        <p:spPr>
          <a:xfrm>
            <a:off x="54025" y="621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Purpose: </a:t>
            </a:r>
            <a:r>
              <a:rPr lang="en"/>
              <a:t>In preparation for the 3 grain test, the propellant sub-team has been drilling, tapping and assembling the dry Solid Rocket Motor. This test will be done on Monday 17/08/2026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Result: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85" name="Google Shape;85;g3f7035e8640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8521" y="1385950"/>
            <a:ext cx="2562300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f7035e8640_0_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2500"/>
              <a:t>‹#›</a:t>
            </a:fld>
            <a:endParaRPr sz="2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7035e8640_0_15"/>
          <p:cNvSpPr txBox="1"/>
          <p:nvPr>
            <p:ph type="title"/>
          </p:nvPr>
        </p:nvSpPr>
        <p:spPr>
          <a:xfrm>
            <a:off x="0" y="48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Static test dry run</a:t>
            </a:r>
            <a:endParaRPr/>
          </a:p>
        </p:txBody>
      </p:sp>
      <p:sp>
        <p:nvSpPr>
          <p:cNvPr id="92" name="Google Shape;92;g3f7035e8640_0_15"/>
          <p:cNvSpPr txBox="1"/>
          <p:nvPr>
            <p:ph idx="1" type="body"/>
          </p:nvPr>
        </p:nvSpPr>
        <p:spPr>
          <a:xfrm>
            <a:off x="0" y="6213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Purpose: </a:t>
            </a:r>
            <a:r>
              <a:rPr lang="en"/>
              <a:t>On addition of new hardware i.e. 3D printed case, LCD screen etc, the ignition subteam performed a dry run to ensure the ignition circuit was working (both trigger and igniter).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Result: </a:t>
            </a:r>
            <a:r>
              <a:rPr lang="en"/>
              <a:t>The dry run was a </a:t>
            </a:r>
            <a:r>
              <a:rPr lang="en">
                <a:solidFill>
                  <a:srgbClr val="00FF00"/>
                </a:solidFill>
              </a:rPr>
              <a:t>success</a:t>
            </a:r>
            <a:r>
              <a:rPr lang="en"/>
              <a:t> and we can proceed with the static test on Monday.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93" name="Google Shape;93;g3f7035e8640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4600" y="2450525"/>
            <a:ext cx="3182925" cy="238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g3f7035e8640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2125" y="2450525"/>
            <a:ext cx="3040950" cy="228072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f7035e8640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2500"/>
              <a:t>‹#›</a:t>
            </a:fld>
            <a:endParaRPr sz="2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64fae6c6a_0_20"/>
          <p:cNvSpPr txBox="1"/>
          <p:nvPr>
            <p:ph type="title"/>
          </p:nvPr>
        </p:nvSpPr>
        <p:spPr>
          <a:xfrm>
            <a:off x="0" y="77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5. Liner preparation</a:t>
            </a:r>
            <a:endParaRPr/>
          </a:p>
        </p:txBody>
      </p:sp>
      <p:sp>
        <p:nvSpPr>
          <p:cNvPr id="101" name="Google Shape;101;g3f64fae6c6a_0_20"/>
          <p:cNvSpPr txBox="1"/>
          <p:nvPr>
            <p:ph idx="1" type="body"/>
          </p:nvPr>
        </p:nvSpPr>
        <p:spPr>
          <a:xfrm>
            <a:off x="66775" y="6503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Purpose: In preparation of the static tests campaign, we have fabricated 2 liners and both can fit the Aluminium and Stainless Steel fabrication.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Result: 3 out of 6 liners have been fabricated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2" name="Google Shape;102;g3f64fae6c6a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350" y="2043950"/>
            <a:ext cx="3871500" cy="290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3f64fae6c6a_0_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9100" y="2043950"/>
            <a:ext cx="3871500" cy="290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f64fae6c6a_0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2500"/>
              <a:t>‹#›</a:t>
            </a:fld>
            <a:endParaRPr sz="2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7035e86f4_0_16"/>
          <p:cNvSpPr txBox="1"/>
          <p:nvPr>
            <p:ph type="title"/>
          </p:nvPr>
        </p:nvSpPr>
        <p:spPr>
          <a:xfrm>
            <a:off x="0" y="108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Ignitor preparation</a:t>
            </a:r>
            <a:endParaRPr/>
          </a:p>
        </p:txBody>
      </p:sp>
      <p:sp>
        <p:nvSpPr>
          <p:cNvPr id="110" name="Google Shape;110;g3f7035e86f4_0_16"/>
          <p:cNvSpPr txBox="1"/>
          <p:nvPr>
            <p:ph idx="1" type="body"/>
          </p:nvPr>
        </p:nvSpPr>
        <p:spPr>
          <a:xfrm>
            <a:off x="93675" y="6807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Purpose: </a:t>
            </a:r>
            <a:r>
              <a:rPr lang="en"/>
              <a:t>In preparation for the static test campaign (3, 4 &amp; 5 grain), the </a:t>
            </a:r>
            <a:r>
              <a:rPr lang="en"/>
              <a:t>propellant</a:t>
            </a:r>
            <a:r>
              <a:rPr lang="en"/>
              <a:t> sub-team prepared 3 whole ignitors which will be subdivided by mass later (20 g is used per static test) and will be used during the upcoming static test.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Result:</a:t>
            </a:r>
            <a:endParaRPr/>
          </a:p>
        </p:txBody>
      </p:sp>
      <p:pic>
        <p:nvPicPr>
          <p:cNvPr id="111" name="Google Shape;111;g3f7035e86f4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2565600" y="1400003"/>
            <a:ext cx="2916100" cy="388139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f7035e86f4_0_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2500"/>
              <a:t>‹#›</a:t>
            </a:fld>
            <a:endParaRPr sz="2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7035e86f4_0_0"/>
          <p:cNvSpPr txBox="1"/>
          <p:nvPr>
            <p:ph type="title"/>
          </p:nvPr>
        </p:nvSpPr>
        <p:spPr>
          <a:xfrm>
            <a:off x="49600" y="62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</a:t>
            </a:r>
            <a:r>
              <a:rPr lang="en"/>
              <a:t>week's</a:t>
            </a:r>
            <a:r>
              <a:rPr lang="en"/>
              <a:t> tasks</a:t>
            </a:r>
            <a:endParaRPr/>
          </a:p>
        </p:txBody>
      </p:sp>
      <p:sp>
        <p:nvSpPr>
          <p:cNvPr id="118" name="Google Shape;118;g3f7035e86f4_0_0"/>
          <p:cNvSpPr txBox="1"/>
          <p:nvPr>
            <p:ph idx="1" type="body"/>
          </p:nvPr>
        </p:nvSpPr>
        <p:spPr>
          <a:xfrm>
            <a:off x="49600" y="635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3 grain static 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Cooking of grains for 4 grain test (stainless steel) &amp; 5 grain test (Aluminium)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Machining of core rods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Machining of nozzle and bulkhead for 4 grain stainless steel Solid Rocket Motor.</a:t>
            </a:r>
            <a:endParaRPr/>
          </a:p>
        </p:txBody>
      </p:sp>
      <p:sp>
        <p:nvSpPr>
          <p:cNvPr id="119" name="Google Shape;119;g3f7035e86f4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2500"/>
              <a:t>‹#›</a:t>
            </a:fld>
            <a:endParaRPr sz="2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Challenges experienced</a:t>
            </a:r>
            <a:endParaRPr/>
          </a:p>
        </p:txBody>
      </p:sp>
      <p:sp>
        <p:nvSpPr>
          <p:cNvPr id="125" name="Google Shape;125;p12"/>
          <p:cNvSpPr txBox="1"/>
          <p:nvPr>
            <p:ph idx="1" type="body"/>
          </p:nvPr>
        </p:nvSpPr>
        <p:spPr>
          <a:xfrm>
            <a:off x="246175" y="1086950"/>
            <a:ext cx="8729700" cy="38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None</a:t>
            </a:r>
            <a:endParaRPr/>
          </a:p>
          <a:p>
            <a:pPr indent="-2200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Supervisors’ note: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Visit Solid Propulsion github projects @ </a:t>
            </a:r>
            <a:r>
              <a:rPr b="1" lang="en" u="sng">
                <a:solidFill>
                  <a:schemeClr val="hlink"/>
                </a:solidFill>
                <a:hlinkClick r:id="rId3"/>
              </a:rPr>
              <a:t>https://github.com/orgs/nakujaproject/projects/26</a:t>
            </a:r>
            <a:r>
              <a:rPr b="1" lang="en"/>
              <a:t> to review the tasks done.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2500"/>
              <a:t>‹#›</a:t>
            </a:fld>
            <a:endParaRPr sz="2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type="title"/>
          </p:nvPr>
        </p:nvSpPr>
        <p:spPr>
          <a:xfrm>
            <a:off x="519856" y="41528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Thank you for your attention!</a:t>
            </a:r>
            <a:endParaRPr/>
          </a:p>
        </p:txBody>
      </p:sp>
      <p:pic>
        <p:nvPicPr>
          <p:cNvPr id="132" name="Google Shape;13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0975" y="987989"/>
            <a:ext cx="3429312" cy="385071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2500"/>
              <a:t>‹#›</a:t>
            </a:fld>
            <a:endParaRPr sz="2500"/>
          </a:p>
        </p:txBody>
      </p:sp>
    </p:spTree>
  </p:cSld>
  <p:clrMapOvr>
    <a:masterClrMapping/>
  </p:clrMapOvr>
  <p:transition spd="med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Collins Ngash</dc:creator>
</cp:coreProperties>
</file>