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B2WDlIjd1P8K7fUfNCJxOi1jm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B5BBC1-E67A-43BF-8762-DCC0266BD71A}">
  <a:tblStyle styleId="{B8B5BBC1-E67A-43BF-8762-DCC0266BD7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4fae6c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4fae6c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4fae6c6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64fae6c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4fae6c6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64fae6c6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4fae6c6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4fae6c6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4fae6c6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4fae6c6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0be24b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60be24b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nakujaproject/Internship-2026/blob/main/01_SOLID_PROPULSION/Static_Tests/N4%20Version%201%20%26%202%20%E2%80%93%20Final%20Test%20Campaign%20%26%20Launch%20Preparation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ItQDAlRLaYcg9si493R-wpe7q-Kaqn-85Dn_sr7F3AY/edit?gid=1592499292#gid=159249929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orgs/nakujaproject/projects/2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663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Nakuja Internship 2026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Solid Propulsion Team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Weekly report #8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66300" y="3412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Presented by: Bravin Limuli 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3504900" y="4309225"/>
            <a:ext cx="213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August 7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51425" y="60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This week’s tasks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51425" y="633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Update of static test procedure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Cooking of grains for 3 grain static test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Ignition circuit fabrication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Liner preparation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Purchasing of items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4fae6c6a_0_0"/>
          <p:cNvSpPr txBox="1"/>
          <p:nvPr>
            <p:ph type="title"/>
          </p:nvPr>
        </p:nvSpPr>
        <p:spPr>
          <a:xfrm>
            <a:off x="0" y="12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Update of static test procedure</a:t>
            </a:r>
            <a:endParaRPr/>
          </a:p>
        </p:txBody>
      </p:sp>
      <p:sp>
        <p:nvSpPr>
          <p:cNvPr id="68" name="Google Shape;68;g3f64fae6c6a_0_0"/>
          <p:cNvSpPr txBox="1"/>
          <p:nvPr>
            <p:ph idx="1" type="body"/>
          </p:nvPr>
        </p:nvSpPr>
        <p:spPr>
          <a:xfrm>
            <a:off x="0" y="63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Upon discussion with </a:t>
            </a:r>
            <a:r>
              <a:rPr lang="en"/>
              <a:t>the</a:t>
            </a:r>
            <a:r>
              <a:rPr lang="en"/>
              <a:t> supervisors, we decided to perform 3 static tests before mass production begins.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the critical path documentation for the three planned static tests: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https://github.com/nakujaproject/Internship-2026/blob/main/01_SOLID_PROPULSION/Static_Tests/N4%20Version%201%20%26%202%20%E2%80%93%20Final%20Test%20Campaign%20%26%20Launch%20Preparation.pdf</a:t>
            </a:r>
            <a:endParaRPr sz="1400"/>
          </a:p>
        </p:txBody>
      </p:sp>
      <p:graphicFrame>
        <p:nvGraphicFramePr>
          <p:cNvPr id="69" name="Google Shape;69;g3f64fae6c6a_0_0"/>
          <p:cNvGraphicFramePr/>
          <p:nvPr/>
        </p:nvGraphicFramePr>
        <p:xfrm>
          <a:off x="244850" y="24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{B8B5BBC1-E67A-43BF-8762-DCC0266BD71A}</a:tableStyleId>
              </a:tblPr>
              <a:tblGrid>
                <a:gridCol w="2423675"/>
                <a:gridCol w="2185325"/>
                <a:gridCol w="1708525"/>
                <a:gridCol w="1417250"/>
              </a:tblGrid>
              <a:tr h="45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/>
                        <a:t>Static </a:t>
                      </a:r>
                      <a:r>
                        <a:rPr lang="en" sz="1700"/>
                        <a:t>Test number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Casing material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No. of grains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Date planned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0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Aluminium 6063-T5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Monday 17/08/2026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Stainless steel G 304 SCH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Friday 21/08/2026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Aluminium 6063-T5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Monday 24/08/2026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4fae6c6a_0_5"/>
          <p:cNvSpPr txBox="1"/>
          <p:nvPr>
            <p:ph type="title"/>
          </p:nvPr>
        </p:nvSpPr>
        <p:spPr>
          <a:xfrm>
            <a:off x="69900" y="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Cooking of grains</a:t>
            </a:r>
            <a:endParaRPr/>
          </a:p>
        </p:txBody>
      </p:sp>
      <p:sp>
        <p:nvSpPr>
          <p:cNvPr id="75" name="Google Shape;75;g3f64fae6c6a_0_5"/>
          <p:cNvSpPr txBox="1"/>
          <p:nvPr>
            <p:ph idx="1" type="body"/>
          </p:nvPr>
        </p:nvSpPr>
        <p:spPr>
          <a:xfrm>
            <a:off x="-32350" y="734825"/>
            <a:ext cx="86229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In-line with the planned static tests, the propellant sub-team has started grain preparation which will be used for the 3 grain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1 out of the planned 12 grains has already been prepared.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g3f64fae6c6a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475" y="2340900"/>
            <a:ext cx="3736800" cy="28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4fae6c6a_0_15"/>
          <p:cNvSpPr txBox="1"/>
          <p:nvPr>
            <p:ph type="title"/>
          </p:nvPr>
        </p:nvSpPr>
        <p:spPr>
          <a:xfrm>
            <a:off x="0" y="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Ig</a:t>
            </a:r>
            <a:r>
              <a:rPr lang="en"/>
              <a:t>nition circuit fabrication</a:t>
            </a:r>
            <a:endParaRPr/>
          </a:p>
        </p:txBody>
      </p:sp>
      <p:sp>
        <p:nvSpPr>
          <p:cNvPr id="82" name="Google Shape;82;g3f64fae6c6a_0_15"/>
          <p:cNvSpPr txBox="1"/>
          <p:nvPr>
            <p:ph idx="1" type="body"/>
          </p:nvPr>
        </p:nvSpPr>
        <p:spPr>
          <a:xfrm>
            <a:off x="69900" y="666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</a:t>
            </a:r>
            <a:r>
              <a:rPr lang="en"/>
              <a:t>: In preparation for the upcoming static test campaign, the ignition circuit sub team has been fabricating a new ignition circuit which will be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Changes made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of a perfboard instead of Printed Circuit Board (PCB) for easy repair and maintenance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of a relay instead of MOSFET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Addition of 3D printed case to improve reliability and protection during field tests</a:t>
            </a:r>
            <a:endParaRPr/>
          </a:p>
        </p:txBody>
      </p:sp>
      <p:pic>
        <p:nvPicPr>
          <p:cNvPr id="83" name="Google Shape;83;g3f64fae6c6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807469" y="2728019"/>
            <a:ext cx="2012700" cy="26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f64fae6c6a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779275" y="2989980"/>
            <a:ext cx="2683600" cy="2012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4fae6c6a_0_20"/>
          <p:cNvSpPr txBox="1"/>
          <p:nvPr>
            <p:ph type="title"/>
          </p:nvPr>
        </p:nvSpPr>
        <p:spPr>
          <a:xfrm>
            <a:off x="0" y="7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Liner preparation</a:t>
            </a:r>
            <a:endParaRPr/>
          </a:p>
        </p:txBody>
      </p:sp>
      <p:sp>
        <p:nvSpPr>
          <p:cNvPr id="90" name="Google Shape;90;g3f64fae6c6a_0_20"/>
          <p:cNvSpPr txBox="1"/>
          <p:nvPr>
            <p:ph idx="1" type="body"/>
          </p:nvPr>
        </p:nvSpPr>
        <p:spPr>
          <a:xfrm>
            <a:off x="66775" y="650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In preparation of the static tests, we have fabricated 2 liners and both can fit the Aluminium and Stainless Steel fabrication.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2 out of 4 liners have been fabricated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g3f64fae6c6a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50" y="2043950"/>
            <a:ext cx="3871500" cy="290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f64fae6c6a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100" y="2043950"/>
            <a:ext cx="3871500" cy="29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4fae6c6a_0_25"/>
          <p:cNvSpPr txBox="1"/>
          <p:nvPr>
            <p:ph type="title"/>
          </p:nvPr>
        </p:nvSpPr>
        <p:spPr>
          <a:xfrm>
            <a:off x="0" y="13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Purchasing of items</a:t>
            </a:r>
            <a:endParaRPr/>
          </a:p>
        </p:txBody>
      </p:sp>
      <p:sp>
        <p:nvSpPr>
          <p:cNvPr id="98" name="Google Shape;98;g3f64fae6c6a_0_25"/>
          <p:cNvSpPr txBox="1"/>
          <p:nvPr>
            <p:ph idx="1" type="body"/>
          </p:nvPr>
        </p:nvSpPr>
        <p:spPr>
          <a:xfrm>
            <a:off x="-11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In preparation for the upcoming static test, critical materials have to be purchased, here is the link to the purchase request for the 2nd disbursement: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https://docs.google.com/spreadsheets/d/1ItQDAlRLaYcg9si493R-wpe7q-Kaqn-85Dn_sr7F3AY/edit?gid=1592499292#gid=1592499292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0be24b50_0_5"/>
          <p:cNvSpPr txBox="1"/>
          <p:nvPr>
            <p:ph type="ctrTitle"/>
          </p:nvPr>
        </p:nvSpPr>
        <p:spPr>
          <a:xfrm>
            <a:off x="130825" y="192250"/>
            <a:ext cx="87510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800"/>
              <a:t>Next </a:t>
            </a:r>
            <a:r>
              <a:rPr lang="en" sz="2800"/>
              <a:t>week's</a:t>
            </a:r>
            <a:r>
              <a:rPr lang="en" sz="2800"/>
              <a:t> tasks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</p:txBody>
      </p:sp>
      <p:sp>
        <p:nvSpPr>
          <p:cNvPr id="104" name="Google Shape;104;g3f60be24b50_0_5"/>
          <p:cNvSpPr txBox="1"/>
          <p:nvPr>
            <p:ph idx="1" type="subTitle"/>
          </p:nvPr>
        </p:nvSpPr>
        <p:spPr>
          <a:xfrm>
            <a:off x="150625" y="601525"/>
            <a:ext cx="8711400" cy="4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Cooking of grains for 3 grain and 5 grain static tests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Machining of core rods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Motor assembly for 3 grain test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Static test dry run (To test new ignition circuit hardware)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Liner preparation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experienced</a:t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246175" y="1086950"/>
            <a:ext cx="8729700" cy="3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Poor internet connectivity.</a:t>
            </a:r>
            <a:endParaRPr/>
          </a:p>
          <a:p>
            <a:pPr indent="-2200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Supervisors’ note: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Visit Solid Propulsion github projects @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https://github.com/orgs/nakujaproject/projects/26</a:t>
            </a:r>
            <a:r>
              <a:rPr b="1" lang="en"/>
              <a:t> to review the tasks done.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519856" y="41528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 for your attention!</a:t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600" y="1084839"/>
            <a:ext cx="56769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Collins Ngash</dc:creator>
</cp:coreProperties>
</file>